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63BED4-EBEA-4330-AC92-7976730F30A4}">
  <a:tblStyle styleId="{0563BED4-EBEA-4330-AC92-7976730F30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3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-italic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4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7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3ce85d903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99" r="99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_jBkKU2HRLL26Wzz7eOPESOVAaIuvibp?usp=drive_link" TargetMode="External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74.png"/><Relationship Id="rId42" Type="http://schemas.openxmlformats.org/officeDocument/2006/relationships/image" Target="../media/image48.png"/><Relationship Id="rId41" Type="http://schemas.openxmlformats.org/officeDocument/2006/relationships/image" Target="../media/image54.png"/><Relationship Id="rId44" Type="http://schemas.openxmlformats.org/officeDocument/2006/relationships/image" Target="../media/image89.png"/><Relationship Id="rId43" Type="http://schemas.openxmlformats.org/officeDocument/2006/relationships/image" Target="../media/image51.png"/><Relationship Id="rId46" Type="http://schemas.openxmlformats.org/officeDocument/2006/relationships/image" Target="../media/image65.png"/><Relationship Id="rId45" Type="http://schemas.openxmlformats.org/officeDocument/2006/relationships/image" Target="../media/image56.png"/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9" Type="http://schemas.openxmlformats.org/officeDocument/2006/relationships/image" Target="../media/image19.png"/><Relationship Id="rId48" Type="http://schemas.openxmlformats.org/officeDocument/2006/relationships/image" Target="../media/image66.png"/><Relationship Id="rId47" Type="http://schemas.openxmlformats.org/officeDocument/2006/relationships/image" Target="../media/image79.png"/><Relationship Id="rId49" Type="http://schemas.openxmlformats.org/officeDocument/2006/relationships/image" Target="../media/image59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46.png"/><Relationship Id="rId31" Type="http://schemas.openxmlformats.org/officeDocument/2006/relationships/image" Target="../media/image44.png"/><Relationship Id="rId30" Type="http://schemas.openxmlformats.org/officeDocument/2006/relationships/image" Target="../media/image41.png"/><Relationship Id="rId33" Type="http://schemas.openxmlformats.org/officeDocument/2006/relationships/image" Target="../media/image50.png"/><Relationship Id="rId32" Type="http://schemas.openxmlformats.org/officeDocument/2006/relationships/image" Target="../media/image42.png"/><Relationship Id="rId35" Type="http://schemas.openxmlformats.org/officeDocument/2006/relationships/image" Target="../media/image68.png"/><Relationship Id="rId34" Type="http://schemas.openxmlformats.org/officeDocument/2006/relationships/image" Target="../media/image49.png"/><Relationship Id="rId71" Type="http://schemas.openxmlformats.org/officeDocument/2006/relationships/image" Target="../media/image94.png"/><Relationship Id="rId70" Type="http://schemas.openxmlformats.org/officeDocument/2006/relationships/image" Target="../media/image97.png"/><Relationship Id="rId37" Type="http://schemas.openxmlformats.org/officeDocument/2006/relationships/image" Target="../media/image64.png"/><Relationship Id="rId36" Type="http://schemas.openxmlformats.org/officeDocument/2006/relationships/image" Target="../media/image100.png"/><Relationship Id="rId39" Type="http://schemas.openxmlformats.org/officeDocument/2006/relationships/image" Target="../media/image47.png"/><Relationship Id="rId38" Type="http://schemas.openxmlformats.org/officeDocument/2006/relationships/image" Target="../media/image53.png"/><Relationship Id="rId62" Type="http://schemas.openxmlformats.org/officeDocument/2006/relationships/image" Target="../media/image75.png"/><Relationship Id="rId61" Type="http://schemas.openxmlformats.org/officeDocument/2006/relationships/image" Target="../media/image80.png"/><Relationship Id="rId20" Type="http://schemas.openxmlformats.org/officeDocument/2006/relationships/image" Target="../media/image37.png"/><Relationship Id="rId64" Type="http://schemas.openxmlformats.org/officeDocument/2006/relationships/image" Target="../media/image87.png"/><Relationship Id="rId63" Type="http://schemas.openxmlformats.org/officeDocument/2006/relationships/image" Target="../media/image71.png"/><Relationship Id="rId22" Type="http://schemas.openxmlformats.org/officeDocument/2006/relationships/image" Target="../media/image39.png"/><Relationship Id="rId66" Type="http://schemas.openxmlformats.org/officeDocument/2006/relationships/image" Target="../media/image85.png"/><Relationship Id="rId21" Type="http://schemas.openxmlformats.org/officeDocument/2006/relationships/image" Target="../media/image3.png"/><Relationship Id="rId65" Type="http://schemas.openxmlformats.org/officeDocument/2006/relationships/image" Target="../media/image81.png"/><Relationship Id="rId24" Type="http://schemas.openxmlformats.org/officeDocument/2006/relationships/image" Target="../media/image40.png"/><Relationship Id="rId68" Type="http://schemas.openxmlformats.org/officeDocument/2006/relationships/image" Target="../media/image82.png"/><Relationship Id="rId23" Type="http://schemas.openxmlformats.org/officeDocument/2006/relationships/image" Target="../media/image45.png"/><Relationship Id="rId67" Type="http://schemas.openxmlformats.org/officeDocument/2006/relationships/image" Target="../media/image77.png"/><Relationship Id="rId60" Type="http://schemas.openxmlformats.org/officeDocument/2006/relationships/image" Target="../media/image72.png"/><Relationship Id="rId26" Type="http://schemas.openxmlformats.org/officeDocument/2006/relationships/image" Target="../media/image35.png"/><Relationship Id="rId25" Type="http://schemas.openxmlformats.org/officeDocument/2006/relationships/image" Target="../media/image36.png"/><Relationship Id="rId69" Type="http://schemas.openxmlformats.org/officeDocument/2006/relationships/image" Target="../media/image84.png"/><Relationship Id="rId28" Type="http://schemas.openxmlformats.org/officeDocument/2006/relationships/image" Target="../media/image33.png"/><Relationship Id="rId27" Type="http://schemas.openxmlformats.org/officeDocument/2006/relationships/image" Target="../media/image38.png"/><Relationship Id="rId29" Type="http://schemas.openxmlformats.org/officeDocument/2006/relationships/image" Target="../media/image43.png"/><Relationship Id="rId51" Type="http://schemas.openxmlformats.org/officeDocument/2006/relationships/image" Target="../media/image61.png"/><Relationship Id="rId50" Type="http://schemas.openxmlformats.org/officeDocument/2006/relationships/image" Target="../media/image63.png"/><Relationship Id="rId53" Type="http://schemas.openxmlformats.org/officeDocument/2006/relationships/image" Target="../media/image57.png"/><Relationship Id="rId52" Type="http://schemas.openxmlformats.org/officeDocument/2006/relationships/image" Target="../media/image58.png"/><Relationship Id="rId11" Type="http://schemas.openxmlformats.org/officeDocument/2006/relationships/image" Target="../media/image22.png"/><Relationship Id="rId55" Type="http://schemas.openxmlformats.org/officeDocument/2006/relationships/image" Target="../media/image62.png"/><Relationship Id="rId10" Type="http://schemas.openxmlformats.org/officeDocument/2006/relationships/image" Target="../media/image23.png"/><Relationship Id="rId54" Type="http://schemas.openxmlformats.org/officeDocument/2006/relationships/image" Target="../media/image73.png"/><Relationship Id="rId13" Type="http://schemas.openxmlformats.org/officeDocument/2006/relationships/image" Target="../media/image28.png"/><Relationship Id="rId57" Type="http://schemas.openxmlformats.org/officeDocument/2006/relationships/image" Target="../media/image69.png"/><Relationship Id="rId12" Type="http://schemas.openxmlformats.org/officeDocument/2006/relationships/image" Target="../media/image21.png"/><Relationship Id="rId56" Type="http://schemas.openxmlformats.org/officeDocument/2006/relationships/image" Target="../media/image67.png"/><Relationship Id="rId15" Type="http://schemas.openxmlformats.org/officeDocument/2006/relationships/image" Target="../media/image26.png"/><Relationship Id="rId59" Type="http://schemas.openxmlformats.org/officeDocument/2006/relationships/image" Target="../media/image76.png"/><Relationship Id="rId14" Type="http://schemas.openxmlformats.org/officeDocument/2006/relationships/image" Target="../media/image24.png"/><Relationship Id="rId58" Type="http://schemas.openxmlformats.org/officeDocument/2006/relationships/image" Target="../media/image78.png"/><Relationship Id="rId17" Type="http://schemas.openxmlformats.org/officeDocument/2006/relationships/image" Target="../media/image31.png"/><Relationship Id="rId16" Type="http://schemas.openxmlformats.org/officeDocument/2006/relationships/image" Target="../media/image13.png"/><Relationship Id="rId19" Type="http://schemas.openxmlformats.org/officeDocument/2006/relationships/image" Target="../media/image32.png"/><Relationship Id="rId18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83.png"/><Relationship Id="rId9" Type="http://schemas.openxmlformats.org/officeDocument/2006/relationships/image" Target="../media/image102.png"/><Relationship Id="rId5" Type="http://schemas.openxmlformats.org/officeDocument/2006/relationships/image" Target="../media/image88.png"/><Relationship Id="rId6" Type="http://schemas.openxmlformats.org/officeDocument/2006/relationships/image" Target="../media/image103.png"/><Relationship Id="rId7" Type="http://schemas.openxmlformats.org/officeDocument/2006/relationships/image" Target="../media/image86.png"/><Relationship Id="rId8" Type="http://schemas.openxmlformats.org/officeDocument/2006/relationships/image" Target="../media/image124.png"/><Relationship Id="rId11" Type="http://schemas.openxmlformats.org/officeDocument/2006/relationships/image" Target="../media/image123.png"/><Relationship Id="rId10" Type="http://schemas.openxmlformats.org/officeDocument/2006/relationships/image" Target="../media/image91.png"/><Relationship Id="rId13" Type="http://schemas.openxmlformats.org/officeDocument/2006/relationships/image" Target="../media/image90.png"/><Relationship Id="rId12" Type="http://schemas.openxmlformats.org/officeDocument/2006/relationships/image" Target="../media/image99.png"/><Relationship Id="rId15" Type="http://schemas.openxmlformats.org/officeDocument/2006/relationships/image" Target="../media/image112.png"/><Relationship Id="rId14" Type="http://schemas.openxmlformats.org/officeDocument/2006/relationships/image" Target="../media/image1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abr.com/ru/companies/rosatom/articles/841842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0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1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b="0" l="18598" r="18591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вашего проекта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Название курса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b="13765" l="0" r="0" t="30931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Иван Иванов</a:t>
            </a:r>
            <a:endParaRPr b="1" sz="2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Кратко о вас и вашей деятельности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Задача, которую нужно выполнить, чтобы её достичь: ниже примеры задач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Визуализировать данные в виде дашборда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результатам анализа данных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т.д.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например – 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оздать интерактивный дашборд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в Tableau и проанализировать данные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8" name="Google Shape;188;p39"/>
          <p:cNvGrpSpPr/>
          <p:nvPr/>
        </p:nvGrpSpPr>
        <p:grpSpPr>
          <a:xfrm>
            <a:off x="5926432" y="387201"/>
            <a:ext cx="3406316" cy="1342979"/>
            <a:chOff x="5857475" y="533400"/>
            <a:chExt cx="2993774" cy="1241200"/>
          </a:xfrm>
        </p:grpSpPr>
        <p:pic>
          <p:nvPicPr>
            <p:cNvPr id="189" name="Google Shape;18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7475" y="533400"/>
              <a:ext cx="2993774" cy="124120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0" name="Google Shape;190;p39"/>
            <p:cNvSpPr txBox="1"/>
            <p:nvPr/>
          </p:nvSpPr>
          <p:spPr>
            <a:xfrm>
              <a:off x="6219675" y="654425"/>
              <a:ext cx="2544000" cy="9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chemeClr val="dk1"/>
                  </a:solidFill>
                </a:rPr>
                <a:t>Какую цель вы поставили перед собой? Какие задачи нужно выполнить, чтобы её достичь?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>
                  <a:solidFill>
                    <a:schemeClr val="dk1"/>
                  </a:solidFill>
                </a:rPr>
                <a:t>На слайде </a:t>
              </a:r>
              <a:r>
                <a:rPr lang="ru" sz="1100">
                  <a:solidFill>
                    <a:schemeClr val="dk1"/>
                  </a:solidFill>
                </a:rPr>
                <a:t>приведен</a:t>
              </a:r>
              <a:r>
                <a:rPr lang="ru" sz="1100">
                  <a:solidFill>
                    <a:schemeClr val="dk1"/>
                  </a:solidFill>
                </a:rPr>
                <a:t> пример :)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pSp>
        <p:nvGrpSpPr>
          <p:cNvPr id="196" name="Google Shape;196;p40"/>
          <p:cNvGrpSpPr/>
          <p:nvPr/>
        </p:nvGrpSpPr>
        <p:grpSpPr>
          <a:xfrm>
            <a:off x="5299708" y="1140400"/>
            <a:ext cx="3539242" cy="1236599"/>
            <a:chOff x="4729635" y="887067"/>
            <a:chExt cx="3375207" cy="1399343"/>
          </a:xfrm>
        </p:grpSpPr>
        <p:pic>
          <p:nvPicPr>
            <p:cNvPr id="197" name="Google Shape;19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8" name="Google Shape;198;p40"/>
            <p:cNvSpPr txBox="1"/>
            <p:nvPr/>
          </p:nvSpPr>
          <p:spPr>
            <a:xfrm>
              <a:off x="5220710" y="959745"/>
              <a:ext cx="2694600" cy="1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Перечислите технологии/ПО/подходы, которые вы использовали в проекте и почему. Какое у вас сложилось впечатление о них?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99" name="Google Shape;199;p40"/>
          <p:cNvGraphicFramePr/>
          <p:nvPr/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pSp>
        <p:nvGrpSpPr>
          <p:cNvPr id="205" name="Google Shape;205;p41"/>
          <p:cNvGrpSpPr/>
          <p:nvPr/>
        </p:nvGrpSpPr>
        <p:grpSpPr>
          <a:xfrm>
            <a:off x="3680645" y="990703"/>
            <a:ext cx="5151638" cy="2178707"/>
            <a:chOff x="3450575" y="752750"/>
            <a:chExt cx="5006451" cy="2031050"/>
          </a:xfrm>
        </p:grpSpPr>
        <p:pic>
          <p:nvPicPr>
            <p:cNvPr id="206" name="Google Shape;20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0575" y="752750"/>
              <a:ext cx="5006451" cy="20310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07" name="Google Shape;207;p41"/>
            <p:cNvSpPr txBox="1"/>
            <p:nvPr/>
          </p:nvSpPr>
          <p:spPr>
            <a:xfrm>
              <a:off x="4199565" y="956335"/>
              <a:ext cx="40650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latin typeface="Roboto"/>
                  <a:ea typeface="Roboto"/>
                  <a:cs typeface="Roboto"/>
                  <a:sym typeface="Roboto"/>
                </a:rPr>
                <a:t>Разместите на слайде(-ах) </a:t>
              </a:r>
              <a:r>
                <a:rPr b="1"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артефакты проекта: 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код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схемы (архитектура, БД)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ссылки на файлы в репозитории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скрины экранов </a:t>
              </a: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приложения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фото или видео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Либо продемонстрируйте проект отдельно.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b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Используйте нашу фирменную цветовую палитру (её найдете в следующем слайде) 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b="1"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fmla="val 16667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5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50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b="0"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/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/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b="0" sz="130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/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b="1" sz="170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b="1" sz="170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fmla="val 1397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3795750"/>
              </a:tblGrid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1655100"/>
                <a:gridCol w="1655100"/>
                <a:gridCol w="1655100"/>
                <a:gridCol w="1655100"/>
                <a:gridCol w="1655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/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/>
          <p:nvPr>
            <p:ph idx="1" type="subTitle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/>
          <p:nvPr>
            <p:ph idx="1" type="subTitle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/>
          <p:nvPr>
            <p:ph idx="1" type="subTitle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/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2269775"/>
                <a:gridCol w="2636825"/>
                <a:gridCol w="2927675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/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{0563BED4-EBEA-4330-AC92-7976730F30A4}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b="1" sz="5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t/>
            </a: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