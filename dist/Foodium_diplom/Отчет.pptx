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/ppt/presentation.xml"/>
  <Relationship Id="rId2" Type="http://schemas.openxmlformats.org/package/2006/relationships/metadata/core-properties" Target="/docProps/core.xml"/>
  <Relationship Id="rId3" Type="http://schemas.openxmlformats.org/officeDocument/2006/relationships/extended-properties" Target="/docProps/app.xml"/>
</Relationships>



</file>

<file path=ppt/presentation.xml><?xml version="1.0" encoding="utf-8"?>
<p:presentation xmlns:a="http://schemas.openxmlformats.org/drawingml/2006/main" xmlns:p="http://schemas.openxmlformats.org/presentationml/2006/main">
  <p:sldIdLst xmlns:r="http://schemas.openxmlformats.org/officeDocument/2006/relationships"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 type="screen4x3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" Target="slides/slide12.xml"/>
</Relationships>



</file>

<file path=ppt/slides/_rels/slide8.xml.rels><?xml version="1.0" encoding="UTF-8"?>
<Relationships xmlns="http://schemas.openxmlformats.org/package/2006/relationships">
  <Relationship Id="rId10" Type="http://schemas.openxmlformats.org/officeDocument/2006/relationships/image" Target="../media/1.jpg"/>
  <Relationship Id="rId11" Type="http://schemas.openxmlformats.org/officeDocument/2006/relationships/image" Target="../media/2.jpg"/>
</Relationships>



</file>

<file path=ppt/slides/_rels/slide9.xml.rels><?xml version="1.0" encoding="UTF-8"?>
<Relationships xmlns="http://schemas.openxmlformats.org/package/2006/relationships">
  <Relationship Id="rId10" Type="http://schemas.openxmlformats.org/officeDocument/2006/relationships/image" Target="../media/3.jpg"/>
  <Relationship Id="rId11" Type="http://schemas.openxmlformats.org/officeDocument/2006/relationships/image" Target="../media/4.jpg"/>
</Relationships>


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 1"/>
          <p:cNvSpPr/>
          <p:nvPr/>
        </p:nvSpPr>
        <p:spPr>
          <a:xfrm>
            <a:off x="457200" y="228600"/>
            <a:ext cx="10668000" cy="914400"/>
          </a:xfrm>
        </p:spPr>
        <p:txBody>
          <a:bodyPr/>
          <a:lstStyle/>
          <a:p>
            <a:r>
              <a:rPr lang="ru-RU" dirty="0"/>
              <a:t>Отчёт по диплому</a:t>
            </a:r>
          </a:p>
        </p:txBody>
      </p:sp>
      <p:sp>
        <p:nvSpPr>
          <p:cNvPr id="3" name="Content 2"/>
          <p:cNvSpPr/>
          <p:nvPr/>
        </p:nvSpPr>
        <p:spPr>
          <a:xfrm>
            <a:off x="457200" y="1371600"/>
            <a:ext cx="10668000" cy="4572000"/>
          </a:xfrm>
        </p:spPr>
        <p:txBody>
          <a:bodyPr/>
          <a:lstStyle/>
          <a:p>
            <a:r>
              <a:t>Автор: Бородовских Алексей</a:t>
            </a:r>
          </a:p>
          <a:p>
            <a:r>
              <a:t>Проект: Foodium</a:t>
            </a:r>
          </a:p>
          <a:p>
            <a:r>
              <a:t>Дата: октябрь 2025</a:t>
            </a:r>
          </a:p>
          <a:p>
            <a:r>
              <a:t>OTUS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Заголовок"/>
          <p:cNvSpPr/>
          <p:nvPr/>
        </p:nvSpPr>
        <p:spPr>
          <a:xfrm>
            <a:off x="457200" y="228600"/>
            <a:ext cx="10668000" cy="914400"/>
          </a:xfrm>
        </p:spPr>
        <p:txBody>
          <a:bodyPr/>
          <a:lstStyle/>
          <a:p>
            <a:r>
              <a:rPr lang="ru-RU"/>
              <a:t>О проекте</a:t>
            </a:r>
          </a:p>
        </p:txBody>
      </p:sp>
      <p:sp>
        <p:nvSpPr>
          <p:cNvPr id="3" name="Текст"/>
          <p:cNvSpPr/>
          <p:nvPr/>
        </p:nvSpPr>
        <p:spPr>
          <a:xfrm>
            <a:off x="457200" y="1371600"/>
            <a:ext cx="10668000" cy="4572000"/>
          </a:xfrm>
        </p:spPr>
        <p:txBody>
          <a:bodyPr/>
          <a:lstStyle/>
          <a:p>
            <a:r>
              <a:t>Цель: подготовить мобильное приложение Foodium к защите диплома.</a:t>
            </a:r>
          </a:p>
          <a:p>
            <a:r>
              <a:t>Задачи: стабилизировать тесты; покрыть UI сценарии; собрать отчёты Jacoco и Allure; сформировать артефакты.</a:t>
            </a:r>
          </a:p>
          <a:p>
            <a:r>
              <a:t>Результат: зелёные тесты, отчёты в reports/, архив dist/Foodium_diplom.zip.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Заголовок"/>
          <p:cNvSpPr/>
          <p:nvPr/>
        </p:nvSpPr>
        <p:spPr>
          <a:xfrm>
            <a:off x="457200" y="228600"/>
            <a:ext cx="10668000" cy="914400"/>
          </a:xfrm>
        </p:spPr>
        <p:txBody>
          <a:bodyPr/>
          <a:lstStyle/>
          <a:p>
            <a:r>
              <a:rPr lang="ru-RU"/>
              <a:t>Архитектура и стек</a:t>
            </a:r>
          </a:p>
        </p:txBody>
      </p:sp>
      <p:sp>
        <p:nvSpPr>
          <p:cNvPr id="3" name="Текст"/>
          <p:cNvSpPr/>
          <p:nvPr/>
        </p:nvSpPr>
        <p:spPr>
          <a:xfrm>
            <a:off x="457200" y="1371600"/>
            <a:ext cx="10668000" cy="4572000"/>
          </a:xfrm>
        </p:spPr>
        <p:txBody>
          <a:bodyPr/>
          <a:lstStyle/>
          <a:p>
            <a:r>
              <a:t>Kotlin, AndroidX, MVVM, Hilt, Room, Retrofit, Coroutines, LiveData/ViewModel, Coil</a:t>
            </a:r>
          </a:p>
          <a:p>
            <a:r>
              <a:t>Тесты: JUnit4, Espresso, UI Automator, Truth, Robolectric, Allure CLI, Jacoco 0.8.8</a:t>
            </a:r>
          </a:p>
          <a:p>
            <a:r>
              <a:t>minSdk 21, targetSdk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Заголовок"/>
          <p:cNvSpPr/>
          <p:nvPr/>
        </p:nvSpPr>
        <p:spPr>
          <a:xfrm>
            <a:off x="457200" y="228600"/>
            <a:ext cx="10668000" cy="914400"/>
          </a:xfrm>
        </p:spPr>
        <p:txBody>
          <a:bodyPr/>
          <a:lstStyle/>
          <a:p>
            <a:r>
              <a:rPr lang="ru-RU"/>
              <a:t>Функциональность</a:t>
            </a:r>
          </a:p>
        </p:txBody>
      </p:sp>
      <p:sp>
        <p:nvSpPr>
          <p:cNvPr id="3" name="Текст"/>
          <p:cNvSpPr/>
          <p:nvPr/>
        </p:nvSpPr>
        <p:spPr>
          <a:xfrm>
            <a:off x="457200" y="1371600"/>
            <a:ext cx="10668000" cy="4572000"/>
          </a:xfrm>
        </p:spPr>
        <p:txBody>
          <a:bodyPr/>
          <a:lstStyle/>
          <a:p>
            <a:r>
              <a:t>• Лента постов (RecyclerView) с подгрузкой изображений (Coil)</a:t>
            </a:r>
          </a:p>
          <a:p>
            <a:r>
              <a:t>• Экран деталей поста: заголовок, автор, описание, картинка</a:t>
            </a:r>
          </a:p>
          <a:p>
            <a:r>
              <a:t>• Поделиться постом (Share Intent)</a:t>
            </a:r>
          </a:p>
          <a:p>
            <a:r>
              <a:t>• Экран About с действиями (репозиторий, поделиться, ошибка)</a:t>
            </a:r>
          </a:p>
          <a:p>
            <a:r>
              <a:t>• Pull-to-refresh, кэш Room, DI через Hilt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Заголовок"/>
          <p:cNvSpPr/>
          <p:nvPr/>
        </p:nvSpPr>
        <p:spPr>
          <a:xfrm>
            <a:off x="457200" y="228600"/>
            <a:ext cx="10668000" cy="914400"/>
          </a:xfrm>
        </p:spPr>
        <p:txBody>
          <a:bodyPr/>
          <a:lstStyle/>
          <a:p>
            <a:r>
              <a:rPr lang="ru-RU"/>
              <a:t>Тестирование: стратегия</a:t>
            </a:r>
          </a:p>
        </p:txBody>
      </p:sp>
      <p:sp>
        <p:nvSpPr>
          <p:cNvPr id="3" name="Текст"/>
          <p:cNvSpPr/>
          <p:nvPr/>
        </p:nvSpPr>
        <p:spPr>
          <a:xfrm>
            <a:off x="457200" y="1371600"/>
            <a:ext cx="10668000" cy="4572000"/>
          </a:xfrm>
        </p:spPr>
        <p:txBody>
          <a:bodyPr/>
          <a:lstStyle/>
          <a:p>
            <a:r>
              <a:t>• Unit: бизнес‑логика, репозитории, ViewModel</a:t>
            </a:r>
          </a:p>
          <a:p>
            <a:r>
              <a:t>• androidTest (Espresso): навигация, отображение, Hilt</a:t>
            </a:r>
          </a:p>
          <a:p>
            <a:r>
              <a:t>• UI Automator (чёрный ящик): 3 сценария + 1 ошибочный</a:t>
            </a:r>
          </a:p>
          <a:p>
            <a:r>
              <a:t>• Отчёты: Jacoco для покрытия, Allure для презентации результатов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Заголовок"/>
          <p:cNvSpPr/>
          <p:nvPr/>
        </p:nvSpPr>
        <p:spPr>
          <a:xfrm>
            <a:off x="457200" y="228600"/>
            <a:ext cx="10668000" cy="914400"/>
          </a:xfrm>
        </p:spPr>
        <p:txBody>
          <a:bodyPr/>
          <a:lstStyle/>
          <a:p>
            <a:r>
              <a:rPr lang="ru-RU"/>
              <a:t>UI Automator: сценарии (3+1)</a:t>
            </a:r>
          </a:p>
        </p:txBody>
      </p:sp>
      <p:sp>
        <p:nvSpPr>
          <p:cNvPr id="3" name="Текст"/>
          <p:cNvSpPr/>
          <p:nvPr/>
        </p:nvSpPr>
        <p:spPr>
          <a:xfrm>
            <a:off x="457200" y="1371600"/>
            <a:ext cx="10668000" cy="4572000"/>
          </a:xfrm>
        </p:spPr>
        <p:txBody>
          <a:bodyPr/>
          <a:lstStyle/>
          <a:p>
            <a:r>
              <a:t>• Лента: прокрутка, наличие элементов</a:t>
            </a:r>
          </a:p>
          <a:p>
            <a:r>
              <a:t>• Детали: открытие первого поста</a:t>
            </a:r>
          </a:p>
          <a:p>
            <a:r>
              <a:t>• About: через «More options»</a:t>
            </a:r>
          </a:p>
          <a:p>
            <a:r>
              <a:t>• Ошибка: About → «Симулировать ошибку» (проверка поведения)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Заголовок"/>
          <p:cNvSpPr/>
          <p:nvPr/>
        </p:nvSpPr>
        <p:spPr>
          <a:xfrm>
            <a:off x="457200" y="228600"/>
            <a:ext cx="10668000" cy="914400"/>
          </a:xfrm>
        </p:spPr>
        <p:txBody>
          <a:bodyPr/>
          <a:lstStyle/>
          <a:p>
            <a:r>
              <a:rPr lang="ru-RU"/>
              <a:t>Инструментальные тесты (Espresso)</a:t>
            </a:r>
          </a:p>
        </p:txBody>
      </p:sp>
      <p:sp>
        <p:nvSpPr>
          <p:cNvPr id="3" name="Текст"/>
          <p:cNvSpPr/>
          <p:nvPr/>
        </p:nvSpPr>
        <p:spPr>
          <a:xfrm>
            <a:off x="457200" y="1371600"/>
            <a:ext cx="10668000" cy="4572000"/>
          </a:xfrm>
        </p:spPr>
        <p:txBody>
          <a:bodyPr/>
          <a:lstStyle/>
          <a:p>
            <a:r>
              <a:t>• HiltTestApplication в androidTest манифесте</a:t>
            </a:r>
          </a:p>
          <a:p>
            <a:r>
              <a:t>• Стабилизированы падения раннера, отключены анимации</a:t>
            </a:r>
          </a:p>
          <a:p>
            <a:r>
              <a:t>• Запуск: connectedDebugAndroidTest (API 30)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Заголовок"/>
          <p:cNvSpPr/>
          <p:nvPr/>
        </p:nvSpPr>
        <p:spPr>
          <a:xfrm>
            <a:off x="457200" y="228600"/>
            <a:ext cx="10668000" cy="914400"/>
          </a:xfrm>
        </p:spPr>
        <p:txBody>
          <a:bodyPr/>
          <a:lstStyle/>
          <a:p>
            <a:r>
              <a:rPr lang="ru-RU"/>
              <a:t>Allure: отчёты и запуск</a:t>
            </a:r>
          </a:p>
        </p:txBody>
      </p:sp>
      <p:sp>
        <p:nvSpPr>
          <p:cNvPr id="3" name="Текст"/>
          <p:cNvSpPr/>
          <p:nvPr/>
        </p:nvSpPr>
        <p:spPr>
          <a:xfrm>
            <a:off x="457200" y="1371600"/>
            <a:ext cx="10668000" cy="1143000"/>
          </a:xfrm>
        </p:spPr>
        <p:txBody>
          <a:bodyPr/>
          <a:lstStyle/>
          <a:p>
            <a:r>
              <a:t>• HTML: reports/allure/unit и reports/allure/androidTest</a:t>
            </a:r>
          </a:p>
          <a:p>
            <a:r>
              <a:t>• Генерация из JUnit XML (надёжно)</a:t>
            </a:r>
          </a:p>
          <a:p>
            <a:r>
              <a:t>• Запуск: allure open reports/allure/unit -p 5252; allure open reports/allure/androidTest -p 5253</a:t>
            </a:r>
          </a:p>
          <a:p>
            <a:r>
              <a:t>• Плейсхолдер для скриншотов отчётов</a:t>
            </a:r>
          </a:p>
        </p:txBody>
      </p:sp>
      <p:pic>
        <p:nvPicPr>
          <p:cNvPr id="4" name="allure_unit"/>
          <p:cNvPicPr/>
          <p:nvPr/>
        </p:nvPicPr>
        <p:blipFill>
          <a:blip xmlns:r="http://schemas.openxmlformats.org/officeDocument/2006/relationships" r:embed="rId10"/>
          <a:stretch>
            <a:fillRect/>
          </a:stretch>
        </p:blipFill>
        <p:spPr>
          <a:xfrm>
            <a:off x="457200" y="1828800"/>
            <a:ext cx="5334000" cy="2794000"/>
          </a:xfrm>
          <a:prstGeom prst="rect">
            <a:avLst/>
          </a:prstGeom>
        </p:spPr>
      </p:pic>
      <p:pic>
        <p:nvPicPr>
          <p:cNvPr id="5" name="allure_android"/>
          <p:cNvPicPr/>
          <p:nvPr/>
        </p:nvPicPr>
        <p:blipFill>
          <a:blip xmlns:r="http://schemas.openxmlformats.org/officeDocument/2006/relationships" r:embed="rId11"/>
          <a:stretch>
            <a:fillRect/>
          </a:stretch>
        </p:blipFill>
        <p:spPr>
          <a:xfrm>
            <a:off x="6096000" y="1828800"/>
            <a:ext cx="5334000" cy="279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Заголовок"/>
          <p:cNvSpPr/>
          <p:nvPr/>
        </p:nvSpPr>
        <p:spPr>
          <a:xfrm>
            <a:off x="457200" y="228600"/>
            <a:ext cx="10668000" cy="914400"/>
          </a:xfrm>
        </p:spPr>
        <p:txBody>
          <a:bodyPr/>
          <a:lstStyle/>
          <a:p>
            <a:r>
              <a:rPr lang="ru-RU"/>
              <a:t>Jacoco: покрытие</a:t>
            </a:r>
          </a:p>
        </p:txBody>
      </p:sp>
      <p:sp>
        <p:nvSpPr>
          <p:cNvPr id="3" name="Текст"/>
          <p:cNvSpPr/>
          <p:nvPr/>
        </p:nvSpPr>
        <p:spPr>
          <a:xfrm>
            <a:off x="457200" y="1371600"/>
            <a:ext cx="10668000" cy="1143000"/>
          </a:xfrm>
        </p:spPr>
        <p:txBody>
          <a:bodyPr/>
          <a:lstStyle/>
          <a:p>
            <a:r>
              <a:t>Unit: строки 11.1%, ветви 4.9%, инструкции 14.4%</a:t>
            </a:r>
          </a:p>
          <a:p>
            <a:r>
              <a:t>AndroidTest: строки 58.9%, ветви 34.1%, инструкции 58.2%</a:t>
            </a:r>
          </a:p>
          <a:p>
            <a:r>
              <a:t>HTML: reports/jacoco/{unit,androidTest}</a:t>
            </a:r>
          </a:p>
        </p:txBody>
      </p:sp>
      <p:pic>
        <p:nvPicPr>
          <p:cNvPr id="4" name="jacoco_unit"/>
          <p:cNvPicPr/>
          <p:nvPr/>
        </p:nvPicPr>
        <p:blipFill>
          <a:blip xmlns:r="http://schemas.openxmlformats.org/officeDocument/2006/relationships" r:embed="rId10"/>
          <a:stretch>
            <a:fillRect/>
          </a:stretch>
        </p:blipFill>
        <p:spPr>
          <a:xfrm>
            <a:off x="457200" y="1828800"/>
            <a:ext cx="5334000" cy="2794000"/>
          </a:xfrm>
          <a:prstGeom prst="rect">
            <a:avLst/>
          </a:prstGeom>
        </p:spPr>
      </p:pic>
      <p:pic>
        <p:nvPicPr>
          <p:cNvPr id="5" name="jacoco_android"/>
          <p:cNvPicPr/>
          <p:nvPr/>
        </p:nvPicPr>
        <p:blipFill>
          <a:blip xmlns:r="http://schemas.openxmlformats.org/officeDocument/2006/relationships" r:embed="rId11"/>
          <a:stretch>
            <a:fillRect/>
          </a:stretch>
        </p:blipFill>
        <p:spPr>
          <a:xfrm>
            <a:off x="6096000" y="1828800"/>
            <a:ext cx="5334000" cy="279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Заголовок"/>
          <p:cNvSpPr/>
          <p:nvPr/>
        </p:nvSpPr>
        <p:spPr>
          <a:xfrm>
            <a:off x="457200" y="228600"/>
            <a:ext cx="10668000" cy="914400"/>
          </a:xfrm>
        </p:spPr>
        <p:txBody>
          <a:bodyPr/>
          <a:lstStyle/>
          <a:p>
            <a:r>
              <a:rPr lang="ru-RU"/>
              <a:t>Сборка и артефакты</a:t>
            </a:r>
          </a:p>
        </p:txBody>
      </p:sp>
      <p:sp>
        <p:nvSpPr>
          <p:cNvPr id="3" name="Текст"/>
          <p:cNvSpPr/>
          <p:nvPr/>
        </p:nvSpPr>
        <p:spPr>
          <a:xfrm>
            <a:off x="457200" y="1371600"/>
            <a:ext cx="10668000" cy="4572000"/>
          </a:xfrm>
        </p:spPr>
        <p:txBody>
          <a:bodyPr/>
          <a:lstStyle/>
          <a:p>
            <a:r>
              <a:t>APK: app/prod/app-debug.apk, app-release-signed-debug.apk</a:t>
            </a:r>
          </a:p>
          <a:p>
            <a:r>
              <a:t>Отчёты: reports/ (Allure, Jacoco, COVERAGE.md)</a:t>
            </a:r>
          </a:p>
          <a:p>
            <a:r>
              <a:t>Архив: dist/Foodium_diplom.zip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Заголовок"/>
          <p:cNvSpPr/>
          <p:nvPr/>
        </p:nvSpPr>
        <p:spPr>
          <a:xfrm>
            <a:off x="457200" y="228600"/>
            <a:ext cx="10668000" cy="914400"/>
          </a:xfrm>
        </p:spPr>
        <p:txBody>
          <a:bodyPr/>
          <a:lstStyle/>
          <a:p>
            <a:r>
              <a:rPr lang="ru-RU"/>
              <a:t>Повтор запуска (кратко)</a:t>
            </a:r>
          </a:p>
        </p:txBody>
      </p:sp>
      <p:sp>
        <p:nvSpPr>
          <p:cNvPr id="3" name="Текст"/>
          <p:cNvSpPr/>
          <p:nvPr/>
        </p:nvSpPr>
        <p:spPr>
          <a:xfrm>
            <a:off x="457200" y="1371600"/>
            <a:ext cx="10668000" cy="4572000"/>
          </a:xfrm>
        </p:spPr>
        <p:txBody>
          <a:bodyPr/>
          <a:lstStyle/>
          <a:p>
            <a:r>
              <a:t>• ./gradlew testDebugUnitTest connectedDebugAndroidTest</a:t>
            </a:r>
          </a:p>
          <a:p>
            <a:r>
              <a:t>• Jacoco: ./gradlew jacocoUnitTestReport jacocoAndroidTestReport copyJacocoReportsToRoot</a:t>
            </a:r>
          </a:p>
          <a:p>
            <a:r>
              <a:t>• Allure: generate из JUnit XML, затем allure open (5252/5253)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Заголовок"/>
          <p:cNvSpPr/>
          <p:nvPr/>
        </p:nvSpPr>
        <p:spPr>
          <a:xfrm>
            <a:off x="457200" y="228600"/>
            <a:ext cx="10668000" cy="914400"/>
          </a:xfrm>
        </p:spPr>
        <p:txBody>
          <a:bodyPr/>
          <a:lstStyle/>
          <a:p>
            <a:r>
              <a:rPr lang="ru-RU"/>
              <a:t>Итоги и планы</a:t>
            </a:r>
          </a:p>
        </p:txBody>
      </p:sp>
      <p:sp>
        <p:nvSpPr>
          <p:cNvPr id="3" name="Текст"/>
          <p:cNvSpPr/>
          <p:nvPr/>
        </p:nvSpPr>
        <p:spPr>
          <a:xfrm>
            <a:off x="457200" y="1371600"/>
            <a:ext cx="10668000" cy="4572000"/>
          </a:xfrm>
        </p:spPr>
        <p:txBody>
          <a:bodyPr/>
          <a:lstStyle/>
          <a:p>
            <a:r>
              <a:t>• Задача выполнена: тесты зелёные, отчёты собраны, архив готов</a:t>
            </a:r>
          </a:p>
          <a:p>
            <a:r>
              <a:t>• План: улучшать unit‑покрытие, добавить вложения в Allure</a:t>
            </a:r>
          </a:p>
        </p:txBody>
      </p:sp>
    </p:spTree>
  </p:cSld>
  <p:clrMapOvr>
    <a:masterClrMapping/>
  </p:clrMapOvr>
</p:sld>
</file>

<file path=.allure-tmp/android/TEST-Pixel_2_API_30(AVD) - 11-app-debugAndroidTest.xml><?xml version="1.0" encoding="utf-8"?>
<testsuite name="com.android.build.gradle.internal.testing.ConnectedDevice" tests="1" failures="1" errors="0" skipped="0" time="6.615" timestamp="2025-10-10T09:19:09" hostname="localhost">
  <properties>
    <property name="device" value="Pixel_2_API_30(AVD) - 11"/>
    <property name="flavor" value="debugAndroidTest"/>
    <property name="project" value="app"/>
  </properties>
  <testcase name="No tests found." classname="com.android.build.gradle.internal.testing.ConnectedDevice" time="0.001">
    <failure>No tests found. This usually means that your test classes are not in the form that your test runner expects (e.g. don't inherit from TestCase or lack @Test annotations).</failure>
  </testcase>
</testsuite>
</file>

<file path=docProps/app.xml><?xml version="1.0" encoding="utf-8"?>
<Properties xmlns="http://schemas.openxmlformats.org/officeDocument/2006/extended-properties" xmlns:vt="http://schemas.openxmlformats.org/officeDocument/2006/docPropsVTypes">
  <Application>Allure+Jacoco Report</Application>
  <DocSecurity>0</DocSecurity>
  <SlideCount>1</SlideCount>
  <HyperlinksChanged>false</HyperlinksChanged>
  <SharedDoc>false</SharedDoc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Отчёт Foodium</dc:title>
  <dc:creator>Foodium Team</dc:creator>
  <cp:lastModifiedBy>Foodium Team</cp:lastModifiedBy>
  <dcterms:created xsi:type="dcterms:W3CDTF">2025-10-10T00:00:00Z</dcterms:created>
  <dcterms:modified xsi:type="dcterms:W3CDTF">2025-10-10T00:00:00Z</dcterms:modified>
</cp:coreProperties>
</file>